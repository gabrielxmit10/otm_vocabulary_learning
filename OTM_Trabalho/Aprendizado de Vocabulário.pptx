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K Grotesk Bold" charset="1" panose="00000800000000000000"/>
      <p:regular r:id="rId17"/>
    </p:embeddedFont>
    <p:embeddedFont>
      <p:font typeface="HK Grotesk Medium" charset="1" panose="00000600000000000000"/>
      <p:regular r:id="rId18"/>
    </p:embeddedFont>
    <p:embeddedFont>
      <p:font typeface="HK Grotesk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92836" y="3081736"/>
            <a:ext cx="9102329" cy="327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0"/>
              </a:lnSpc>
            </a:pPr>
            <a:r>
              <a:rPr lang="en-US" sz="10700" b="true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Aprendizado</a:t>
            </a:r>
          </a:p>
          <a:p>
            <a:pPr algn="ctr">
              <a:lnSpc>
                <a:spcPts val="7918"/>
              </a:lnSpc>
            </a:pPr>
            <a:r>
              <a:rPr lang="en-US" b="true" sz="10700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 Vocabulário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36950" y="6394734"/>
            <a:ext cx="3014100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EEF5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Gabriel Schmitz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46589" y="8429831"/>
            <a:ext cx="5720740" cy="377639"/>
            <a:chOff x="0" y="0"/>
            <a:chExt cx="1506697" cy="99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6697" cy="99461"/>
            </a:xfrm>
            <a:custGeom>
              <a:avLst/>
              <a:gdLst/>
              <a:ahLst/>
              <a:cxnLst/>
              <a:rect r="r" b="b" t="t" l="l"/>
              <a:pathLst>
                <a:path h="99461" w="1506697">
                  <a:moveTo>
                    <a:pt x="0" y="0"/>
                  </a:moveTo>
                  <a:lnTo>
                    <a:pt x="1506697" y="0"/>
                  </a:lnTo>
                  <a:lnTo>
                    <a:pt x="1506697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06697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58825" y="8427186"/>
            <a:ext cx="2343833" cy="377639"/>
            <a:chOff x="0" y="0"/>
            <a:chExt cx="617306" cy="994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7306" cy="99461"/>
            </a:xfrm>
            <a:custGeom>
              <a:avLst/>
              <a:gdLst/>
              <a:ahLst/>
              <a:cxnLst/>
              <a:rect r="r" b="b" t="t" l="l"/>
              <a:pathLst>
                <a:path h="99461" w="617306">
                  <a:moveTo>
                    <a:pt x="0" y="0"/>
                  </a:moveTo>
                  <a:lnTo>
                    <a:pt x="617306" y="0"/>
                  </a:lnTo>
                  <a:lnTo>
                    <a:pt x="617306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17306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94723" y="1269816"/>
            <a:ext cx="5720740" cy="377639"/>
            <a:chOff x="0" y="0"/>
            <a:chExt cx="1506697" cy="994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06697" cy="99461"/>
            </a:xfrm>
            <a:custGeom>
              <a:avLst/>
              <a:gdLst/>
              <a:ahLst/>
              <a:cxnLst/>
              <a:rect r="r" b="b" t="t" l="l"/>
              <a:pathLst>
                <a:path h="99461" w="1506697">
                  <a:moveTo>
                    <a:pt x="0" y="0"/>
                  </a:moveTo>
                  <a:lnTo>
                    <a:pt x="1506697" y="0"/>
                  </a:lnTo>
                  <a:lnTo>
                    <a:pt x="1506697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06697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06959" y="1267170"/>
            <a:ext cx="2343833" cy="377639"/>
            <a:chOff x="0" y="0"/>
            <a:chExt cx="617306" cy="994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7306" cy="99461"/>
            </a:xfrm>
            <a:custGeom>
              <a:avLst/>
              <a:gdLst/>
              <a:ahLst/>
              <a:cxnLst/>
              <a:rect r="r" b="b" t="t" l="l"/>
              <a:pathLst>
                <a:path h="99461" w="617306">
                  <a:moveTo>
                    <a:pt x="0" y="0"/>
                  </a:moveTo>
                  <a:lnTo>
                    <a:pt x="617306" y="0"/>
                  </a:lnTo>
                  <a:lnTo>
                    <a:pt x="617306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17306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66639" y="2448520"/>
            <a:ext cx="5720740" cy="377639"/>
            <a:chOff x="0" y="0"/>
            <a:chExt cx="1506697" cy="994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06697" cy="99461"/>
            </a:xfrm>
            <a:custGeom>
              <a:avLst/>
              <a:gdLst/>
              <a:ahLst/>
              <a:cxnLst/>
              <a:rect r="r" b="b" t="t" l="l"/>
              <a:pathLst>
                <a:path h="99461" w="1506697">
                  <a:moveTo>
                    <a:pt x="0" y="0"/>
                  </a:moveTo>
                  <a:lnTo>
                    <a:pt x="1506697" y="0"/>
                  </a:lnTo>
                  <a:lnTo>
                    <a:pt x="1506697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06697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76895" y="7549138"/>
            <a:ext cx="3791751" cy="377639"/>
            <a:chOff x="0" y="0"/>
            <a:chExt cx="998650" cy="994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8650" cy="99461"/>
            </a:xfrm>
            <a:custGeom>
              <a:avLst/>
              <a:gdLst/>
              <a:ahLst/>
              <a:cxnLst/>
              <a:rect r="r" b="b" t="t" l="l"/>
              <a:pathLst>
                <a:path h="99461" w="998650">
                  <a:moveTo>
                    <a:pt x="0" y="0"/>
                  </a:moveTo>
                  <a:lnTo>
                    <a:pt x="998650" y="0"/>
                  </a:lnTo>
                  <a:lnTo>
                    <a:pt x="998650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98650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858119" y="3626259"/>
            <a:ext cx="4099790" cy="377639"/>
            <a:chOff x="0" y="0"/>
            <a:chExt cx="1079780" cy="9946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9780" cy="99461"/>
            </a:xfrm>
            <a:custGeom>
              <a:avLst/>
              <a:gdLst/>
              <a:ahLst/>
              <a:cxnLst/>
              <a:rect r="r" b="b" t="t" l="l"/>
              <a:pathLst>
                <a:path h="99461" w="1079780">
                  <a:moveTo>
                    <a:pt x="0" y="0"/>
                  </a:moveTo>
                  <a:lnTo>
                    <a:pt x="1079780" y="0"/>
                  </a:lnTo>
                  <a:lnTo>
                    <a:pt x="1079780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79780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57706" y="1644809"/>
            <a:ext cx="3473035" cy="377639"/>
            <a:chOff x="0" y="0"/>
            <a:chExt cx="914709" cy="994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709" cy="99461"/>
            </a:xfrm>
            <a:custGeom>
              <a:avLst/>
              <a:gdLst/>
              <a:ahLst/>
              <a:cxnLst/>
              <a:rect r="r" b="b" t="t" l="l"/>
              <a:pathLst>
                <a:path h="99461" w="914709">
                  <a:moveTo>
                    <a:pt x="0" y="0"/>
                  </a:moveTo>
                  <a:lnTo>
                    <a:pt x="914709" y="0"/>
                  </a:lnTo>
                  <a:lnTo>
                    <a:pt x="914709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4709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695164" y="7549138"/>
            <a:ext cx="3473035" cy="377639"/>
            <a:chOff x="0" y="0"/>
            <a:chExt cx="914709" cy="9946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709" cy="99461"/>
            </a:xfrm>
            <a:custGeom>
              <a:avLst/>
              <a:gdLst/>
              <a:ahLst/>
              <a:cxnLst/>
              <a:rect r="r" b="b" t="t" l="l"/>
              <a:pathLst>
                <a:path h="99461" w="914709">
                  <a:moveTo>
                    <a:pt x="0" y="0"/>
                  </a:moveTo>
                  <a:lnTo>
                    <a:pt x="914709" y="0"/>
                  </a:lnTo>
                  <a:lnTo>
                    <a:pt x="914709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4709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36252" y="2448520"/>
            <a:ext cx="3473035" cy="377639"/>
            <a:chOff x="0" y="0"/>
            <a:chExt cx="914709" cy="9946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709" cy="99461"/>
            </a:xfrm>
            <a:custGeom>
              <a:avLst/>
              <a:gdLst/>
              <a:ahLst/>
              <a:cxnLst/>
              <a:rect r="r" b="b" t="t" l="l"/>
              <a:pathLst>
                <a:path h="99461" w="914709">
                  <a:moveTo>
                    <a:pt x="0" y="0"/>
                  </a:moveTo>
                  <a:lnTo>
                    <a:pt x="914709" y="0"/>
                  </a:lnTo>
                  <a:lnTo>
                    <a:pt x="914709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14709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46275" y="1016063"/>
            <a:ext cx="1435634" cy="2315798"/>
            <a:chOff x="0" y="0"/>
            <a:chExt cx="378109" cy="6099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09" cy="609922"/>
            </a:xfrm>
            <a:custGeom>
              <a:avLst/>
              <a:gdLst/>
              <a:ahLst/>
              <a:cxnLst/>
              <a:rect r="r" b="b" t="t" l="l"/>
              <a:pathLst>
                <a:path h="609922" w="378109">
                  <a:moveTo>
                    <a:pt x="0" y="0"/>
                  </a:moveTo>
                  <a:lnTo>
                    <a:pt x="378109" y="0"/>
                  </a:lnTo>
                  <a:lnTo>
                    <a:pt x="378109" y="609922"/>
                  </a:lnTo>
                  <a:lnTo>
                    <a:pt x="0" y="609922"/>
                  </a:lnTo>
                  <a:close/>
                </a:path>
              </a:pathLst>
            </a:custGeom>
            <a:solidFill>
              <a:srgbClr val="5F97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8109" cy="648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22743"/>
            <a:ext cx="7449503" cy="21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480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IDEIA DO</a:t>
            </a:r>
          </a:p>
          <a:p>
            <a:pPr algn="l">
              <a:lnSpc>
                <a:spcPts val="8400"/>
              </a:lnSpc>
            </a:pPr>
            <a:r>
              <a:rPr lang="en-US" b="true" sz="6000" spc="480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3225" y="3169936"/>
            <a:ext cx="7532695" cy="598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Input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Livros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Vocabulário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Variáveis de Config</a:t>
            </a:r>
          </a:p>
          <a:p>
            <a:pPr algn="l" marL="2202178" indent="-550545" lvl="3">
              <a:lnSpc>
                <a:spcPts val="4759"/>
              </a:lnSpc>
              <a:buFont typeface="Arial"/>
              <a:buChar char="￭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conhecido ou desconhecido</a:t>
            </a:r>
          </a:p>
          <a:p>
            <a:pPr algn="l" marL="2202178" indent="-550545" lvl="3">
              <a:lnSpc>
                <a:spcPts val="4759"/>
              </a:lnSpc>
              <a:buFont typeface="Arial"/>
              <a:buChar char="￭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linguagem (pt, en, </a:t>
            </a:r>
            <a:r>
              <a:rPr lang="en-US" b="true" sz="3399" strike="sngStrike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</a:t>
            </a: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Output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Ordem para ler (p)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Palavras aprendidas (l[w][t])</a:t>
            </a:r>
          </a:p>
          <a:p>
            <a:pPr algn="l" marL="2202178" indent="-550545" lvl="3">
              <a:lnSpc>
                <a:spcPts val="4759"/>
              </a:lnSpc>
              <a:buFont typeface="Arial"/>
              <a:buChar char="￭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Maximizar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25284" y="646659"/>
            <a:ext cx="1435634" cy="2315798"/>
            <a:chOff x="0" y="0"/>
            <a:chExt cx="378109" cy="6099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8109" cy="609922"/>
            </a:xfrm>
            <a:custGeom>
              <a:avLst/>
              <a:gdLst/>
              <a:ahLst/>
              <a:cxnLst/>
              <a:rect r="r" b="b" t="t" l="l"/>
              <a:pathLst>
                <a:path h="609922" w="378109">
                  <a:moveTo>
                    <a:pt x="0" y="0"/>
                  </a:moveTo>
                  <a:lnTo>
                    <a:pt x="378109" y="0"/>
                  </a:lnTo>
                  <a:lnTo>
                    <a:pt x="378109" y="609922"/>
                  </a:lnTo>
                  <a:lnTo>
                    <a:pt x="0" y="609922"/>
                  </a:lnTo>
                  <a:close/>
                </a:path>
              </a:pathLst>
            </a:custGeom>
            <a:solidFill>
              <a:srgbClr val="97C2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78109" cy="648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132240" y="1397726"/>
            <a:ext cx="1435634" cy="2315798"/>
            <a:chOff x="0" y="0"/>
            <a:chExt cx="378109" cy="6099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8109" cy="609922"/>
            </a:xfrm>
            <a:custGeom>
              <a:avLst/>
              <a:gdLst/>
              <a:ahLst/>
              <a:cxnLst/>
              <a:rect r="r" b="b" t="t" l="l"/>
              <a:pathLst>
                <a:path h="609922" w="378109">
                  <a:moveTo>
                    <a:pt x="0" y="0"/>
                  </a:moveTo>
                  <a:lnTo>
                    <a:pt x="378109" y="0"/>
                  </a:lnTo>
                  <a:lnTo>
                    <a:pt x="378109" y="609922"/>
                  </a:lnTo>
                  <a:lnTo>
                    <a:pt x="0" y="609922"/>
                  </a:lnTo>
                  <a:close/>
                </a:path>
              </a:pathLst>
            </a:custGeom>
            <a:solidFill>
              <a:srgbClr val="71A5E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78109" cy="648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67649" y="6825180"/>
            <a:ext cx="1435634" cy="2315798"/>
            <a:chOff x="0" y="0"/>
            <a:chExt cx="378109" cy="6099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8109" cy="609922"/>
            </a:xfrm>
            <a:custGeom>
              <a:avLst/>
              <a:gdLst/>
              <a:ahLst/>
              <a:cxnLst/>
              <a:rect r="r" b="b" t="t" l="l"/>
              <a:pathLst>
                <a:path h="609922" w="378109">
                  <a:moveTo>
                    <a:pt x="0" y="0"/>
                  </a:moveTo>
                  <a:lnTo>
                    <a:pt x="378109" y="0"/>
                  </a:lnTo>
                  <a:lnTo>
                    <a:pt x="378109" y="609922"/>
                  </a:lnTo>
                  <a:lnTo>
                    <a:pt x="0" y="609922"/>
                  </a:lnTo>
                  <a:close/>
                </a:path>
              </a:pathLst>
            </a:custGeom>
            <a:solidFill>
              <a:srgbClr val="5F97D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78109" cy="648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6825180"/>
            <a:ext cx="1435634" cy="2315798"/>
            <a:chOff x="0" y="0"/>
            <a:chExt cx="378109" cy="6099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109" cy="609922"/>
            </a:xfrm>
            <a:custGeom>
              <a:avLst/>
              <a:gdLst/>
              <a:ahLst/>
              <a:cxnLst/>
              <a:rect r="r" b="b" t="t" l="l"/>
              <a:pathLst>
                <a:path h="609922" w="378109">
                  <a:moveTo>
                    <a:pt x="0" y="0"/>
                  </a:moveTo>
                  <a:lnTo>
                    <a:pt x="378109" y="0"/>
                  </a:lnTo>
                  <a:lnTo>
                    <a:pt x="378109" y="609922"/>
                  </a:lnTo>
                  <a:lnTo>
                    <a:pt x="0" y="609922"/>
                  </a:lnTo>
                  <a:close/>
                </a:path>
              </a:pathLst>
            </a:custGeom>
            <a:solidFill>
              <a:srgbClr val="97C2F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78109" cy="648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455714" y="6825180"/>
            <a:ext cx="1435634" cy="2315798"/>
            <a:chOff x="0" y="0"/>
            <a:chExt cx="378109" cy="6099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8109" cy="609922"/>
            </a:xfrm>
            <a:custGeom>
              <a:avLst/>
              <a:gdLst/>
              <a:ahLst/>
              <a:cxnLst/>
              <a:rect r="r" b="b" t="t" l="l"/>
              <a:pathLst>
                <a:path h="609922" w="378109">
                  <a:moveTo>
                    <a:pt x="0" y="0"/>
                  </a:moveTo>
                  <a:lnTo>
                    <a:pt x="378109" y="0"/>
                  </a:lnTo>
                  <a:lnTo>
                    <a:pt x="378109" y="609922"/>
                  </a:lnTo>
                  <a:lnTo>
                    <a:pt x="0" y="609922"/>
                  </a:lnTo>
                  <a:close/>
                </a:path>
              </a:pathLst>
            </a:custGeom>
            <a:solidFill>
              <a:srgbClr val="71A5E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78109" cy="648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30690" y="1312724"/>
            <a:ext cx="458952" cy="161886"/>
            <a:chOff x="0" y="0"/>
            <a:chExt cx="120876" cy="426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447709" y="1401511"/>
            <a:ext cx="1900935" cy="177547"/>
            <a:chOff x="0" y="0"/>
            <a:chExt cx="500658" cy="467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0658" cy="46761"/>
            </a:xfrm>
            <a:custGeom>
              <a:avLst/>
              <a:gdLst/>
              <a:ahLst/>
              <a:cxnLst/>
              <a:rect r="r" b="b" t="t" l="l"/>
              <a:pathLst>
                <a:path h="46761" w="500658">
                  <a:moveTo>
                    <a:pt x="0" y="0"/>
                  </a:moveTo>
                  <a:lnTo>
                    <a:pt x="500658" y="0"/>
                  </a:lnTo>
                  <a:lnTo>
                    <a:pt x="500658" y="46761"/>
                  </a:lnTo>
                  <a:lnTo>
                    <a:pt x="0" y="467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00658" cy="84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47709" y="1679104"/>
            <a:ext cx="1900935" cy="177547"/>
            <a:chOff x="0" y="0"/>
            <a:chExt cx="500658" cy="4676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0658" cy="46761"/>
            </a:xfrm>
            <a:custGeom>
              <a:avLst/>
              <a:gdLst/>
              <a:ahLst/>
              <a:cxnLst/>
              <a:rect r="r" b="b" t="t" l="l"/>
              <a:pathLst>
                <a:path h="46761" w="500658">
                  <a:moveTo>
                    <a:pt x="0" y="0"/>
                  </a:moveTo>
                  <a:lnTo>
                    <a:pt x="500658" y="0"/>
                  </a:lnTo>
                  <a:lnTo>
                    <a:pt x="500658" y="46761"/>
                  </a:lnTo>
                  <a:lnTo>
                    <a:pt x="0" y="467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00658" cy="84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447709" y="1956697"/>
            <a:ext cx="1900935" cy="177547"/>
            <a:chOff x="0" y="0"/>
            <a:chExt cx="500658" cy="4676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0658" cy="46761"/>
            </a:xfrm>
            <a:custGeom>
              <a:avLst/>
              <a:gdLst/>
              <a:ahLst/>
              <a:cxnLst/>
              <a:rect r="r" b="b" t="t" l="l"/>
              <a:pathLst>
                <a:path h="46761" w="500658">
                  <a:moveTo>
                    <a:pt x="0" y="0"/>
                  </a:moveTo>
                  <a:lnTo>
                    <a:pt x="500658" y="0"/>
                  </a:lnTo>
                  <a:lnTo>
                    <a:pt x="500658" y="46761"/>
                  </a:lnTo>
                  <a:lnTo>
                    <a:pt x="0" y="467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00658" cy="84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447709" y="2234290"/>
            <a:ext cx="1900935" cy="177547"/>
            <a:chOff x="0" y="0"/>
            <a:chExt cx="500658" cy="4676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0658" cy="46761"/>
            </a:xfrm>
            <a:custGeom>
              <a:avLst/>
              <a:gdLst/>
              <a:ahLst/>
              <a:cxnLst/>
              <a:rect r="r" b="b" t="t" l="l"/>
              <a:pathLst>
                <a:path h="46761" w="500658">
                  <a:moveTo>
                    <a:pt x="0" y="0"/>
                  </a:moveTo>
                  <a:lnTo>
                    <a:pt x="500658" y="0"/>
                  </a:lnTo>
                  <a:lnTo>
                    <a:pt x="500658" y="46761"/>
                  </a:lnTo>
                  <a:lnTo>
                    <a:pt x="0" y="467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00658" cy="84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447709" y="2511884"/>
            <a:ext cx="1900935" cy="177547"/>
            <a:chOff x="0" y="0"/>
            <a:chExt cx="500658" cy="4676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0658" cy="46761"/>
            </a:xfrm>
            <a:custGeom>
              <a:avLst/>
              <a:gdLst/>
              <a:ahLst/>
              <a:cxnLst/>
              <a:rect r="r" b="b" t="t" l="l"/>
              <a:pathLst>
                <a:path h="46761" w="500658">
                  <a:moveTo>
                    <a:pt x="0" y="0"/>
                  </a:moveTo>
                  <a:lnTo>
                    <a:pt x="500658" y="0"/>
                  </a:lnTo>
                  <a:lnTo>
                    <a:pt x="500658" y="46761"/>
                  </a:lnTo>
                  <a:lnTo>
                    <a:pt x="0" y="467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00658" cy="84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447709" y="2789477"/>
            <a:ext cx="1900935" cy="177547"/>
            <a:chOff x="0" y="0"/>
            <a:chExt cx="500658" cy="4676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0658" cy="46761"/>
            </a:xfrm>
            <a:custGeom>
              <a:avLst/>
              <a:gdLst/>
              <a:ahLst/>
              <a:cxnLst/>
              <a:rect r="r" b="b" t="t" l="l"/>
              <a:pathLst>
                <a:path h="46761" w="500658">
                  <a:moveTo>
                    <a:pt x="0" y="0"/>
                  </a:moveTo>
                  <a:lnTo>
                    <a:pt x="500658" y="0"/>
                  </a:lnTo>
                  <a:lnTo>
                    <a:pt x="500658" y="46761"/>
                  </a:lnTo>
                  <a:lnTo>
                    <a:pt x="0" y="467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00658" cy="84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447709" y="3067070"/>
            <a:ext cx="1900935" cy="177547"/>
            <a:chOff x="0" y="0"/>
            <a:chExt cx="500658" cy="4676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00658" cy="46761"/>
            </a:xfrm>
            <a:custGeom>
              <a:avLst/>
              <a:gdLst/>
              <a:ahLst/>
              <a:cxnLst/>
              <a:rect r="r" b="b" t="t" l="l"/>
              <a:pathLst>
                <a:path h="46761" w="500658">
                  <a:moveTo>
                    <a:pt x="0" y="0"/>
                  </a:moveTo>
                  <a:lnTo>
                    <a:pt x="500658" y="0"/>
                  </a:lnTo>
                  <a:lnTo>
                    <a:pt x="500658" y="46761"/>
                  </a:lnTo>
                  <a:lnTo>
                    <a:pt x="0" y="467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00658" cy="84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1455714" y="2272625"/>
            <a:ext cx="1435634" cy="5993833"/>
            <a:chOff x="0" y="0"/>
            <a:chExt cx="378109" cy="157862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78109" cy="1578623"/>
            </a:xfrm>
            <a:custGeom>
              <a:avLst/>
              <a:gdLst/>
              <a:ahLst/>
              <a:cxnLst/>
              <a:rect r="r" b="b" t="t" l="l"/>
              <a:pathLst>
                <a:path h="1578623" w="378109">
                  <a:moveTo>
                    <a:pt x="0" y="0"/>
                  </a:moveTo>
                  <a:lnTo>
                    <a:pt x="378109" y="0"/>
                  </a:lnTo>
                  <a:lnTo>
                    <a:pt x="378109" y="1578623"/>
                  </a:lnTo>
                  <a:lnTo>
                    <a:pt x="0" y="1578623"/>
                  </a:ln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78109" cy="1616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9" id="49"/>
          <p:cNvSpPr/>
          <p:nvPr/>
        </p:nvSpPr>
        <p:spPr>
          <a:xfrm flipH="true">
            <a:off x="12140860" y="5987359"/>
            <a:ext cx="32671" cy="698067"/>
          </a:xfrm>
          <a:prstGeom prst="line">
            <a:avLst/>
          </a:prstGeom>
          <a:ln cap="rnd" w="85725">
            <a:solidFill>
              <a:srgbClr val="7ED95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0" id="50"/>
          <p:cNvSpPr/>
          <p:nvPr/>
        </p:nvSpPr>
        <p:spPr>
          <a:xfrm>
            <a:off x="9861817" y="5987359"/>
            <a:ext cx="0" cy="810013"/>
          </a:xfrm>
          <a:prstGeom prst="line">
            <a:avLst/>
          </a:prstGeom>
          <a:ln cap="rnd" w="85725">
            <a:solidFill>
              <a:srgbClr val="7ED95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1" id="51"/>
          <p:cNvSpPr/>
          <p:nvPr/>
        </p:nvSpPr>
        <p:spPr>
          <a:xfrm>
            <a:off x="14488107" y="5940583"/>
            <a:ext cx="0" cy="911147"/>
          </a:xfrm>
          <a:prstGeom prst="line">
            <a:avLst/>
          </a:prstGeom>
          <a:ln cap="rnd" w="85725">
            <a:solidFill>
              <a:srgbClr val="7ED957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2" id="52"/>
          <p:cNvGrpSpPr/>
          <p:nvPr/>
        </p:nvGrpSpPr>
        <p:grpSpPr>
          <a:xfrm rot="0">
            <a:off x="8205140" y="1756192"/>
            <a:ext cx="458952" cy="161886"/>
            <a:chOff x="0" y="0"/>
            <a:chExt cx="120876" cy="4263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580305" y="2149905"/>
            <a:ext cx="458952" cy="161886"/>
            <a:chOff x="0" y="0"/>
            <a:chExt cx="120876" cy="4263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160987" y="2419668"/>
            <a:ext cx="458952" cy="161886"/>
            <a:chOff x="0" y="0"/>
            <a:chExt cx="120876" cy="4263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619940" y="2886081"/>
            <a:ext cx="458952" cy="161886"/>
            <a:chOff x="0" y="0"/>
            <a:chExt cx="120876" cy="4263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031104" y="2881514"/>
            <a:ext cx="458952" cy="161886"/>
            <a:chOff x="0" y="0"/>
            <a:chExt cx="120876" cy="4263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789643" y="947757"/>
            <a:ext cx="458952" cy="161886"/>
            <a:chOff x="0" y="0"/>
            <a:chExt cx="120876" cy="4263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807515" y="2053301"/>
            <a:ext cx="458952" cy="161886"/>
            <a:chOff x="0" y="0"/>
            <a:chExt cx="120876" cy="4263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331442" y="1723615"/>
            <a:ext cx="458952" cy="161886"/>
            <a:chOff x="0" y="0"/>
            <a:chExt cx="120876" cy="4263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455329" y="3163674"/>
            <a:ext cx="458952" cy="161886"/>
            <a:chOff x="0" y="0"/>
            <a:chExt cx="120876" cy="4263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79" id="79"/>
          <p:cNvSpPr/>
          <p:nvPr/>
        </p:nvSpPr>
        <p:spPr>
          <a:xfrm>
            <a:off x="12173532" y="3930555"/>
            <a:ext cx="0" cy="621169"/>
          </a:xfrm>
          <a:prstGeom prst="line">
            <a:avLst/>
          </a:prstGeom>
          <a:ln cap="rnd" w="85725">
            <a:solidFill>
              <a:srgbClr val="7ED957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0" id="80"/>
          <p:cNvGrpSpPr/>
          <p:nvPr/>
        </p:nvGrpSpPr>
        <p:grpSpPr>
          <a:xfrm rot="0">
            <a:off x="12255942" y="7557456"/>
            <a:ext cx="458952" cy="161886"/>
            <a:chOff x="0" y="0"/>
            <a:chExt cx="120876" cy="4263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779869" y="7227769"/>
            <a:ext cx="458952" cy="161886"/>
            <a:chOff x="0" y="0"/>
            <a:chExt cx="120876" cy="4263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903755" y="8667829"/>
            <a:ext cx="458952" cy="161886"/>
            <a:chOff x="0" y="0"/>
            <a:chExt cx="120876" cy="4263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384149" y="7511793"/>
            <a:ext cx="458952" cy="161886"/>
            <a:chOff x="0" y="0"/>
            <a:chExt cx="120876" cy="4263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843101" y="7146826"/>
            <a:ext cx="458952" cy="161886"/>
            <a:chOff x="0" y="0"/>
            <a:chExt cx="120876" cy="4263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138248" y="7482405"/>
            <a:ext cx="458952" cy="161886"/>
            <a:chOff x="0" y="0"/>
            <a:chExt cx="120876" cy="4263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4513414" y="7876119"/>
            <a:ext cx="458952" cy="161886"/>
            <a:chOff x="0" y="0"/>
            <a:chExt cx="120876" cy="4263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4094096" y="8145881"/>
            <a:ext cx="458952" cy="161886"/>
            <a:chOff x="0" y="0"/>
            <a:chExt cx="120876" cy="4263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553048" y="8612294"/>
            <a:ext cx="458952" cy="161886"/>
            <a:chOff x="0" y="0"/>
            <a:chExt cx="120876" cy="4263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964213" y="8607727"/>
            <a:ext cx="458952" cy="161886"/>
            <a:chOff x="0" y="0"/>
            <a:chExt cx="120876" cy="4263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20876" cy="42637"/>
            </a:xfrm>
            <a:custGeom>
              <a:avLst/>
              <a:gdLst/>
              <a:ahLst/>
              <a:cxnLst/>
              <a:rect r="r" b="b" t="t" l="l"/>
              <a:pathLst>
                <a:path h="42637" w="120876">
                  <a:moveTo>
                    <a:pt x="0" y="0"/>
                  </a:moveTo>
                  <a:lnTo>
                    <a:pt x="120876" y="0"/>
                  </a:lnTo>
                  <a:lnTo>
                    <a:pt x="120876" y="42637"/>
                  </a:lnTo>
                  <a:lnTo>
                    <a:pt x="0" y="42637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120876" cy="8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22743"/>
            <a:ext cx="7449503" cy="103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480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APRENDIZADO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2643" y="2557508"/>
            <a:ext cx="7532695" cy="358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Quando se aprende uma palavra?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 Desconhecida por vez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Ideia de Dificuldade</a:t>
            </a:r>
          </a:p>
          <a:p>
            <a:pPr algn="l" marL="2202178" indent="-550545" lvl="3">
              <a:lnSpc>
                <a:spcPts val="4759"/>
              </a:lnSpc>
              <a:buFont typeface="Arial"/>
              <a:buChar char="￭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Comprehensible Input</a:t>
            </a:r>
          </a:p>
          <a:p>
            <a:pPr algn="l" marL="2202178" indent="-550545" lvl="3">
              <a:lnSpc>
                <a:spcPts val="4759"/>
              </a:lnSpc>
              <a:buFont typeface="Arial"/>
              <a:buChar char="￭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Jogos</a:t>
            </a:r>
          </a:p>
          <a:p>
            <a:pPr algn="l" marL="2202178" indent="-550545" lvl="3">
              <a:lnSpc>
                <a:spcPts val="4759"/>
              </a:lnSpc>
              <a:buFont typeface="Arial"/>
              <a:buChar char="￭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...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88388" y="3609509"/>
            <a:ext cx="8308504" cy="4473301"/>
            <a:chOff x="0" y="0"/>
            <a:chExt cx="11078006" cy="596440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539318" cy="503519"/>
              <a:chOff x="0" y="0"/>
              <a:chExt cx="1489248" cy="9946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89248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1489248">
                    <a:moveTo>
                      <a:pt x="0" y="0"/>
                    </a:moveTo>
                    <a:lnTo>
                      <a:pt x="1489248" y="0"/>
                    </a:lnTo>
                    <a:lnTo>
                      <a:pt x="1489248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489248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7793573" y="0"/>
              <a:ext cx="3284433" cy="503519"/>
              <a:chOff x="0" y="0"/>
              <a:chExt cx="648777" cy="9946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48777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648777">
                    <a:moveTo>
                      <a:pt x="0" y="0"/>
                    </a:moveTo>
                    <a:lnTo>
                      <a:pt x="648777" y="0"/>
                    </a:lnTo>
                    <a:lnTo>
                      <a:pt x="648777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48777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827348"/>
              <a:ext cx="3284433" cy="503519"/>
              <a:chOff x="0" y="0"/>
              <a:chExt cx="648777" cy="9946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48777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648777">
                    <a:moveTo>
                      <a:pt x="0" y="0"/>
                    </a:moveTo>
                    <a:lnTo>
                      <a:pt x="648777" y="0"/>
                    </a:lnTo>
                    <a:lnTo>
                      <a:pt x="648777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48777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3630681" y="827348"/>
              <a:ext cx="1990850" cy="503519"/>
              <a:chOff x="0" y="0"/>
              <a:chExt cx="393254" cy="9946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93254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393254">
                    <a:moveTo>
                      <a:pt x="0" y="0"/>
                    </a:moveTo>
                    <a:lnTo>
                      <a:pt x="393254" y="0"/>
                    </a:lnTo>
                    <a:lnTo>
                      <a:pt x="393254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393254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459502" y="1654696"/>
              <a:ext cx="1990850" cy="503519"/>
              <a:chOff x="0" y="0"/>
              <a:chExt cx="393254" cy="9946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93254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393254">
                    <a:moveTo>
                      <a:pt x="0" y="0"/>
                    </a:moveTo>
                    <a:lnTo>
                      <a:pt x="393254" y="0"/>
                    </a:lnTo>
                    <a:lnTo>
                      <a:pt x="393254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93254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964431" y="827348"/>
              <a:ext cx="5113574" cy="503519"/>
              <a:chOff x="0" y="0"/>
              <a:chExt cx="1010089" cy="9946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0089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1010089">
                    <a:moveTo>
                      <a:pt x="0" y="0"/>
                    </a:moveTo>
                    <a:lnTo>
                      <a:pt x="1010089" y="0"/>
                    </a:lnTo>
                    <a:lnTo>
                      <a:pt x="1010089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10089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3833159" y="1648367"/>
              <a:ext cx="4065889" cy="503519"/>
              <a:chOff x="0" y="0"/>
              <a:chExt cx="803139" cy="9946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03139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803139">
                    <a:moveTo>
                      <a:pt x="0" y="0"/>
                    </a:moveTo>
                    <a:lnTo>
                      <a:pt x="803139" y="0"/>
                    </a:lnTo>
                    <a:lnTo>
                      <a:pt x="803139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803139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1654696"/>
              <a:ext cx="1078502" cy="503519"/>
              <a:chOff x="0" y="0"/>
              <a:chExt cx="213037" cy="9946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3037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213037">
                    <a:moveTo>
                      <a:pt x="0" y="0"/>
                    </a:moveTo>
                    <a:lnTo>
                      <a:pt x="213037" y="0"/>
                    </a:lnTo>
                    <a:lnTo>
                      <a:pt x="213037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13037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2606243"/>
              <a:ext cx="11078006" cy="503519"/>
              <a:chOff x="0" y="0"/>
              <a:chExt cx="2188248" cy="9946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188248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2188248">
                    <a:moveTo>
                      <a:pt x="0" y="0"/>
                    </a:moveTo>
                    <a:lnTo>
                      <a:pt x="2188248" y="0"/>
                    </a:lnTo>
                    <a:lnTo>
                      <a:pt x="2188248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2188248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3557789"/>
              <a:ext cx="11078006" cy="503519"/>
              <a:chOff x="0" y="0"/>
              <a:chExt cx="2188248" cy="9946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88248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2188248">
                    <a:moveTo>
                      <a:pt x="0" y="0"/>
                    </a:moveTo>
                    <a:lnTo>
                      <a:pt x="2188248" y="0"/>
                    </a:lnTo>
                    <a:lnTo>
                      <a:pt x="2188248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2188248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4509336"/>
              <a:ext cx="11078006" cy="503519"/>
              <a:chOff x="0" y="0"/>
              <a:chExt cx="2188248" cy="9946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188248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2188248">
                    <a:moveTo>
                      <a:pt x="0" y="0"/>
                    </a:moveTo>
                    <a:lnTo>
                      <a:pt x="2188248" y="0"/>
                    </a:lnTo>
                    <a:lnTo>
                      <a:pt x="2188248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2188248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3450352" y="5460883"/>
              <a:ext cx="7627654" cy="503519"/>
              <a:chOff x="0" y="0"/>
              <a:chExt cx="1506697" cy="9946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506697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1506697">
                    <a:moveTo>
                      <a:pt x="0" y="0"/>
                    </a:moveTo>
                    <a:lnTo>
                      <a:pt x="1506697" y="0"/>
                    </a:lnTo>
                    <a:lnTo>
                      <a:pt x="1506697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1506697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0" y="5457355"/>
              <a:ext cx="3125110" cy="503519"/>
              <a:chOff x="0" y="0"/>
              <a:chExt cx="617306" cy="9946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17306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617306">
                    <a:moveTo>
                      <a:pt x="0" y="0"/>
                    </a:moveTo>
                    <a:lnTo>
                      <a:pt x="617306" y="0"/>
                    </a:lnTo>
                    <a:lnTo>
                      <a:pt x="617306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617306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8280048" y="1648367"/>
              <a:ext cx="2797958" cy="503519"/>
              <a:chOff x="0" y="0"/>
              <a:chExt cx="552683" cy="99461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52683" cy="99461"/>
              </a:xfrm>
              <a:custGeom>
                <a:avLst/>
                <a:gdLst/>
                <a:ahLst/>
                <a:cxnLst/>
                <a:rect r="r" b="b" t="t" l="l"/>
                <a:pathLst>
                  <a:path h="99461" w="552683">
                    <a:moveTo>
                      <a:pt x="0" y="0"/>
                    </a:moveTo>
                    <a:lnTo>
                      <a:pt x="552683" y="0"/>
                    </a:lnTo>
                    <a:lnTo>
                      <a:pt x="552683" y="99461"/>
                    </a:lnTo>
                    <a:lnTo>
                      <a:pt x="0" y="994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552683" cy="137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64658" y="4892315"/>
            <a:ext cx="9271401" cy="1835870"/>
            <a:chOff x="0" y="0"/>
            <a:chExt cx="12361868" cy="244782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959329" y="1314169"/>
              <a:ext cx="10402539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EEF5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[Os pássaros voaram pela janela.]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830977" y="-85725"/>
              <a:ext cx="10402539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EEF5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[Quem tá cantando é o pássaro.]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14169"/>
              <a:ext cx="1202755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 b="true">
                  <a:solidFill>
                    <a:srgbClr val="EEF5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b1 :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1202755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 b="true">
                  <a:solidFill>
                    <a:srgbClr val="EEF5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b0 :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2366015" y="2226329"/>
              <a:ext cx="663776" cy="221497"/>
              <a:chOff x="0" y="0"/>
              <a:chExt cx="131116" cy="4375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31116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131116">
                    <a:moveTo>
                      <a:pt x="0" y="0"/>
                    </a:moveTo>
                    <a:lnTo>
                      <a:pt x="131116" y="0"/>
                    </a:lnTo>
                    <a:lnTo>
                      <a:pt x="131116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31116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3245911" y="2226329"/>
              <a:ext cx="2566700" cy="221497"/>
              <a:chOff x="0" y="0"/>
              <a:chExt cx="507002" cy="4375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07002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507002">
                    <a:moveTo>
                      <a:pt x="0" y="0"/>
                    </a:moveTo>
                    <a:lnTo>
                      <a:pt x="507002" y="0"/>
                    </a:lnTo>
                    <a:lnTo>
                      <a:pt x="507002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507002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019433" y="2226329"/>
              <a:ext cx="3738398" cy="221497"/>
              <a:chOff x="0" y="0"/>
              <a:chExt cx="738449" cy="4375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38449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738449">
                    <a:moveTo>
                      <a:pt x="0" y="0"/>
                    </a:moveTo>
                    <a:lnTo>
                      <a:pt x="738449" y="0"/>
                    </a:lnTo>
                    <a:lnTo>
                      <a:pt x="738449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738449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9926858" y="2226329"/>
              <a:ext cx="2082902" cy="221497"/>
              <a:chOff x="0" y="0"/>
              <a:chExt cx="411437" cy="4375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11437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411437">
                    <a:moveTo>
                      <a:pt x="0" y="0"/>
                    </a:moveTo>
                    <a:lnTo>
                      <a:pt x="411437" y="0"/>
                    </a:lnTo>
                    <a:lnTo>
                      <a:pt x="411437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11437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9139244" y="826436"/>
              <a:ext cx="2496426" cy="221497"/>
              <a:chOff x="0" y="0"/>
              <a:chExt cx="493121" cy="4375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93121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493121">
                    <a:moveTo>
                      <a:pt x="0" y="0"/>
                    </a:moveTo>
                    <a:lnTo>
                      <a:pt x="493121" y="0"/>
                    </a:lnTo>
                    <a:lnTo>
                      <a:pt x="493121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493121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366015" y="826436"/>
              <a:ext cx="6663782" cy="221497"/>
              <a:chOff x="0" y="0"/>
              <a:chExt cx="1316303" cy="4375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16303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1316303">
                    <a:moveTo>
                      <a:pt x="0" y="0"/>
                    </a:moveTo>
                    <a:lnTo>
                      <a:pt x="1316303" y="0"/>
                    </a:lnTo>
                    <a:lnTo>
                      <a:pt x="1316303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316303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1094770" y="3169818"/>
            <a:ext cx="7532695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 que ordem ler?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1573503"/>
            <a:ext cx="7449503" cy="103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480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EXEMPLO BÁSICO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3427" y="3143452"/>
            <a:ext cx="7532695" cy="418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Lematização (Achar forma Básica)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Palavras não consideradas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Palavras erradas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poder ou podar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Hipopótar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was -&gt; wa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        (washington)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764655" y="4901565"/>
            <a:ext cx="9271401" cy="1826345"/>
            <a:chOff x="0" y="0"/>
            <a:chExt cx="12361868" cy="243512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959329" y="1301469"/>
              <a:ext cx="10402539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EEF5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[o pássaro voar pela janela.]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830977" y="-85725"/>
              <a:ext cx="10402539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EEF5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[quem estar cantar ser o pássaro.]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01469"/>
              <a:ext cx="1202755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 b="true">
                  <a:solidFill>
                    <a:srgbClr val="EEF5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b1 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202755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 b="true">
                  <a:solidFill>
                    <a:srgbClr val="EEF5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b0 :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993441" y="2213629"/>
              <a:ext cx="563305" cy="221497"/>
              <a:chOff x="0" y="0"/>
              <a:chExt cx="111270" cy="4375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1270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111270">
                    <a:moveTo>
                      <a:pt x="0" y="0"/>
                    </a:moveTo>
                    <a:lnTo>
                      <a:pt x="111270" y="0"/>
                    </a:lnTo>
                    <a:lnTo>
                      <a:pt x="111270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11270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738585" y="2213629"/>
              <a:ext cx="2240331" cy="221497"/>
              <a:chOff x="0" y="0"/>
              <a:chExt cx="442535" cy="4375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2535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442535">
                    <a:moveTo>
                      <a:pt x="0" y="0"/>
                    </a:moveTo>
                    <a:lnTo>
                      <a:pt x="442535" y="0"/>
                    </a:lnTo>
                    <a:lnTo>
                      <a:pt x="442535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442535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6253773" y="2213629"/>
              <a:ext cx="1274052" cy="221497"/>
              <a:chOff x="0" y="0"/>
              <a:chExt cx="251665" cy="4375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51665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251665">
                    <a:moveTo>
                      <a:pt x="0" y="0"/>
                    </a:moveTo>
                    <a:lnTo>
                      <a:pt x="251665" y="0"/>
                    </a:lnTo>
                    <a:lnTo>
                      <a:pt x="251665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51665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9167889" y="2213629"/>
              <a:ext cx="1879976" cy="221497"/>
              <a:chOff x="0" y="0"/>
              <a:chExt cx="371353" cy="4375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71353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371353">
                    <a:moveTo>
                      <a:pt x="0" y="0"/>
                    </a:moveTo>
                    <a:lnTo>
                      <a:pt x="371353" y="0"/>
                    </a:lnTo>
                    <a:lnTo>
                      <a:pt x="371353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71353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438457" y="826436"/>
              <a:ext cx="2451478" cy="221497"/>
              <a:chOff x="0" y="0"/>
              <a:chExt cx="484243" cy="4375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84243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484243">
                    <a:moveTo>
                      <a:pt x="0" y="0"/>
                    </a:moveTo>
                    <a:lnTo>
                      <a:pt x="484243" y="0"/>
                    </a:lnTo>
                    <a:lnTo>
                      <a:pt x="484243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84243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036630" y="826436"/>
              <a:ext cx="4719832" cy="221497"/>
              <a:chOff x="0" y="0"/>
              <a:chExt cx="932312" cy="4375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32312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932312">
                    <a:moveTo>
                      <a:pt x="0" y="0"/>
                    </a:moveTo>
                    <a:lnTo>
                      <a:pt x="932312" y="0"/>
                    </a:lnTo>
                    <a:lnTo>
                      <a:pt x="932312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32312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7749843" y="2213629"/>
              <a:ext cx="1202146" cy="221497"/>
              <a:chOff x="0" y="0"/>
              <a:chExt cx="237461" cy="4375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37461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237461">
                    <a:moveTo>
                      <a:pt x="0" y="0"/>
                    </a:moveTo>
                    <a:lnTo>
                      <a:pt x="237461" y="0"/>
                    </a:lnTo>
                    <a:lnTo>
                      <a:pt x="237461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37461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8874560" y="826436"/>
              <a:ext cx="419409" cy="221497"/>
              <a:chOff x="0" y="0"/>
              <a:chExt cx="82846" cy="4375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2846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82846">
                    <a:moveTo>
                      <a:pt x="0" y="0"/>
                    </a:moveTo>
                    <a:lnTo>
                      <a:pt x="82846" y="0"/>
                    </a:lnTo>
                    <a:lnTo>
                      <a:pt x="82846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82846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194269" y="826436"/>
              <a:ext cx="1544316" cy="221497"/>
              <a:chOff x="0" y="0"/>
              <a:chExt cx="305050" cy="4375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05050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305050">
                    <a:moveTo>
                      <a:pt x="0" y="0"/>
                    </a:moveTo>
                    <a:lnTo>
                      <a:pt x="305050" y="0"/>
                    </a:lnTo>
                    <a:lnTo>
                      <a:pt x="305050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305050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35" id="35"/>
          <p:cNvSpPr txBox="true"/>
          <p:nvPr/>
        </p:nvSpPr>
        <p:spPr>
          <a:xfrm rot="0">
            <a:off x="1028700" y="1573503"/>
            <a:ext cx="7449503" cy="103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480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EXEMPLO BÁSICO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92695"/>
            <a:ext cx="8233893" cy="598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Introdução às variáveis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Melhor ordem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p[t] = b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 = [1,0] -</a:t>
            </a:r>
            <a:r>
              <a:rPr lang="en-US" sz="3399">
                <a:solidFill>
                  <a:srgbClr val="EEF5FF"/>
                </a:solidFill>
                <a:latin typeface="HK Grotesk"/>
                <a:ea typeface="HK Grotesk"/>
                <a:cs typeface="HK Grotesk"/>
                <a:sym typeface="HK Grotesk"/>
              </a:rPr>
              <a:t> ✗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 = [0,1] - ✓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Palavras aprendidas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l[w][t] = 1 ou 0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l[0][0] = 1, l[0][1] = 1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l[1][0] = 0, l[1][1] = 1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Resposta = 2 palavras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585494" y="3909167"/>
            <a:ext cx="9271401" cy="1826345"/>
            <a:chOff x="0" y="0"/>
            <a:chExt cx="12361868" cy="243512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959329" y="1301469"/>
              <a:ext cx="10402539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EEF5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[pássaro, voar, janela]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830977" y="-85725"/>
              <a:ext cx="10402539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EEF5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[estar, cantar, ser, pássaro]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01469"/>
              <a:ext cx="1202755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 b="true">
                  <a:solidFill>
                    <a:srgbClr val="EEF5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b1 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202755" cy="912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 b="true">
                  <a:solidFill>
                    <a:srgbClr val="EEF5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b0 :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4121318" y="2213629"/>
              <a:ext cx="2132455" cy="221497"/>
              <a:chOff x="0" y="0"/>
              <a:chExt cx="421226" cy="4375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1226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421226">
                    <a:moveTo>
                      <a:pt x="0" y="0"/>
                    </a:moveTo>
                    <a:lnTo>
                      <a:pt x="421226" y="0"/>
                    </a:lnTo>
                    <a:lnTo>
                      <a:pt x="421226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1226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6802143" y="2213629"/>
              <a:ext cx="1274052" cy="221497"/>
              <a:chOff x="0" y="0"/>
              <a:chExt cx="251665" cy="4375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51665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251665">
                    <a:moveTo>
                      <a:pt x="0" y="0"/>
                    </a:moveTo>
                    <a:lnTo>
                      <a:pt x="251665" y="0"/>
                    </a:lnTo>
                    <a:lnTo>
                      <a:pt x="251665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51665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8498469" y="2213629"/>
              <a:ext cx="1879976" cy="221497"/>
              <a:chOff x="0" y="0"/>
              <a:chExt cx="371353" cy="4375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71353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371353">
                    <a:moveTo>
                      <a:pt x="0" y="0"/>
                    </a:moveTo>
                    <a:lnTo>
                      <a:pt x="371353" y="0"/>
                    </a:lnTo>
                    <a:lnTo>
                      <a:pt x="371353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371353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8700807" y="826436"/>
              <a:ext cx="2451478" cy="221497"/>
              <a:chOff x="0" y="0"/>
              <a:chExt cx="484243" cy="4375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84243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484243">
                    <a:moveTo>
                      <a:pt x="0" y="0"/>
                    </a:moveTo>
                    <a:lnTo>
                      <a:pt x="484243" y="0"/>
                    </a:lnTo>
                    <a:lnTo>
                      <a:pt x="484243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FF2BA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84243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3172460" y="826436"/>
              <a:ext cx="5094002" cy="221497"/>
              <a:chOff x="0" y="0"/>
              <a:chExt cx="1006223" cy="4375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06223" cy="43753"/>
              </a:xfrm>
              <a:custGeom>
                <a:avLst/>
                <a:gdLst/>
                <a:ahLst/>
                <a:cxnLst/>
                <a:rect r="r" b="b" t="t" l="l"/>
                <a:pathLst>
                  <a:path h="43753" w="1006223">
                    <a:moveTo>
                      <a:pt x="0" y="0"/>
                    </a:moveTo>
                    <a:lnTo>
                      <a:pt x="1006223" y="0"/>
                    </a:lnTo>
                    <a:lnTo>
                      <a:pt x="1006223" y="43753"/>
                    </a:lnTo>
                    <a:lnTo>
                      <a:pt x="0" y="43753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06223" cy="81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3" id="23"/>
          <p:cNvSpPr txBox="true"/>
          <p:nvPr/>
        </p:nvSpPr>
        <p:spPr>
          <a:xfrm rot="0">
            <a:off x="8064797" y="7776032"/>
            <a:ext cx="4285363" cy="70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b="true" sz="4099">
                <a:solidFill>
                  <a:srgbClr val="EEF5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[pássaro, janela]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11922" y="6735637"/>
            <a:ext cx="4285363" cy="70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b="true" sz="4099">
                <a:solidFill>
                  <a:srgbClr val="EEF5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[pássaro]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52173" y="7776032"/>
            <a:ext cx="902066" cy="70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EEF5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b1 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52173" y="6735637"/>
            <a:ext cx="902066" cy="70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EEF5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b0 :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629831" y="8481584"/>
            <a:ext cx="1599341" cy="166123"/>
            <a:chOff x="0" y="0"/>
            <a:chExt cx="421226" cy="4375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1226" cy="43753"/>
            </a:xfrm>
            <a:custGeom>
              <a:avLst/>
              <a:gdLst/>
              <a:ahLst/>
              <a:cxnLst/>
              <a:rect r="r" b="b" t="t" l="l"/>
              <a:pathLst>
                <a:path h="43753" w="421226">
                  <a:moveTo>
                    <a:pt x="0" y="0"/>
                  </a:moveTo>
                  <a:lnTo>
                    <a:pt x="421226" y="0"/>
                  </a:lnTo>
                  <a:lnTo>
                    <a:pt x="421226" y="43753"/>
                  </a:lnTo>
                  <a:lnTo>
                    <a:pt x="0" y="43753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21226" cy="81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552235" y="8481584"/>
            <a:ext cx="1409982" cy="166123"/>
            <a:chOff x="0" y="0"/>
            <a:chExt cx="371353" cy="4375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1353" cy="43753"/>
            </a:xfrm>
            <a:custGeom>
              <a:avLst/>
              <a:gdLst/>
              <a:ahLst/>
              <a:cxnLst/>
              <a:rect r="r" b="b" t="t" l="l"/>
              <a:pathLst>
                <a:path h="43753" w="371353">
                  <a:moveTo>
                    <a:pt x="0" y="0"/>
                  </a:moveTo>
                  <a:lnTo>
                    <a:pt x="371353" y="0"/>
                  </a:lnTo>
                  <a:lnTo>
                    <a:pt x="371353" y="43753"/>
                  </a:lnTo>
                  <a:lnTo>
                    <a:pt x="0" y="43753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71353" cy="81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213605" y="7441188"/>
            <a:ext cx="1838609" cy="166123"/>
            <a:chOff x="0" y="0"/>
            <a:chExt cx="484243" cy="4375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4243" cy="43753"/>
            </a:xfrm>
            <a:custGeom>
              <a:avLst/>
              <a:gdLst/>
              <a:ahLst/>
              <a:cxnLst/>
              <a:rect r="r" b="b" t="t" l="l"/>
              <a:pathLst>
                <a:path h="43753" w="484243">
                  <a:moveTo>
                    <a:pt x="0" y="0"/>
                  </a:moveTo>
                  <a:lnTo>
                    <a:pt x="484243" y="0"/>
                  </a:lnTo>
                  <a:lnTo>
                    <a:pt x="484243" y="43753"/>
                  </a:lnTo>
                  <a:lnTo>
                    <a:pt x="0" y="43753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84243" cy="81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3471895" y="7776032"/>
            <a:ext cx="4285363" cy="70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b="true" sz="4099">
                <a:solidFill>
                  <a:srgbClr val="EEF5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[0, 1]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419020" y="6735637"/>
            <a:ext cx="4285363" cy="70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b="true" sz="4099">
                <a:solidFill>
                  <a:srgbClr val="EEF5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[0]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83272" y="7776032"/>
            <a:ext cx="902066" cy="70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EEF5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b1 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583272" y="6735637"/>
            <a:ext cx="902066" cy="70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EEF5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b0 :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5176370" y="8481584"/>
            <a:ext cx="318314" cy="166123"/>
            <a:chOff x="0" y="0"/>
            <a:chExt cx="83836" cy="4375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3836" cy="43753"/>
            </a:xfrm>
            <a:custGeom>
              <a:avLst/>
              <a:gdLst/>
              <a:ahLst/>
              <a:cxnLst/>
              <a:rect r="r" b="b" t="t" l="l"/>
              <a:pathLst>
                <a:path h="43753" w="83836">
                  <a:moveTo>
                    <a:pt x="0" y="0"/>
                  </a:moveTo>
                  <a:lnTo>
                    <a:pt x="83836" y="0"/>
                  </a:lnTo>
                  <a:lnTo>
                    <a:pt x="83836" y="43753"/>
                  </a:lnTo>
                  <a:lnTo>
                    <a:pt x="0" y="43753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3836" cy="81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380645" y="7441188"/>
            <a:ext cx="404441" cy="166123"/>
            <a:chOff x="0" y="0"/>
            <a:chExt cx="106520" cy="4375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6520" cy="43753"/>
            </a:xfrm>
            <a:custGeom>
              <a:avLst/>
              <a:gdLst/>
              <a:ahLst/>
              <a:cxnLst/>
              <a:rect r="r" b="b" t="t" l="l"/>
              <a:pathLst>
                <a:path h="43753" w="106520">
                  <a:moveTo>
                    <a:pt x="0" y="0"/>
                  </a:moveTo>
                  <a:lnTo>
                    <a:pt x="106520" y="0"/>
                  </a:lnTo>
                  <a:lnTo>
                    <a:pt x="106520" y="43753"/>
                  </a:lnTo>
                  <a:lnTo>
                    <a:pt x="0" y="43753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6520" cy="81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690777" y="8481584"/>
            <a:ext cx="318314" cy="166123"/>
            <a:chOff x="0" y="0"/>
            <a:chExt cx="83836" cy="4375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3836" cy="43753"/>
            </a:xfrm>
            <a:custGeom>
              <a:avLst/>
              <a:gdLst/>
              <a:ahLst/>
              <a:cxnLst/>
              <a:rect r="r" b="b" t="t" l="l"/>
              <a:pathLst>
                <a:path h="43753" w="83836">
                  <a:moveTo>
                    <a:pt x="0" y="0"/>
                  </a:moveTo>
                  <a:lnTo>
                    <a:pt x="83836" y="0"/>
                  </a:lnTo>
                  <a:lnTo>
                    <a:pt x="83836" y="43753"/>
                  </a:lnTo>
                  <a:lnTo>
                    <a:pt x="0" y="43753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83836" cy="81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49" id="49"/>
          <p:cNvSpPr/>
          <p:nvPr/>
        </p:nvSpPr>
        <p:spPr>
          <a:xfrm>
            <a:off x="6585494" y="6278437"/>
            <a:ext cx="10421368" cy="0"/>
          </a:xfrm>
          <a:prstGeom prst="line">
            <a:avLst/>
          </a:prstGeom>
          <a:ln cap="flat" w="38100">
            <a:solidFill>
              <a:srgbClr val="EEF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H="true">
            <a:off x="12883560" y="6290556"/>
            <a:ext cx="0" cy="2683535"/>
          </a:xfrm>
          <a:prstGeom prst="line">
            <a:avLst/>
          </a:prstGeom>
          <a:ln cap="flat" w="38100">
            <a:solidFill>
              <a:srgbClr val="EEF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1028700" y="1573503"/>
            <a:ext cx="7449503" cy="103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480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EXEMPLO BÁSICO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33863" y="2238746"/>
            <a:ext cx="4843834" cy="1695342"/>
          </a:xfrm>
          <a:custGeom>
            <a:avLst/>
            <a:gdLst/>
            <a:ahLst/>
            <a:cxnLst/>
            <a:rect r="r" b="b" t="t" l="l"/>
            <a:pathLst>
              <a:path h="1695342" w="4843834">
                <a:moveTo>
                  <a:pt x="0" y="0"/>
                </a:moveTo>
                <a:lnTo>
                  <a:pt x="4843834" y="0"/>
                </a:lnTo>
                <a:lnTo>
                  <a:pt x="4843834" y="1695342"/>
                </a:lnTo>
                <a:lnTo>
                  <a:pt x="0" y="1695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47625" cap="sq">
            <a:solidFill>
              <a:srgbClr val="7ED957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005377" y="6984783"/>
            <a:ext cx="8120651" cy="1537798"/>
          </a:xfrm>
          <a:custGeom>
            <a:avLst/>
            <a:gdLst/>
            <a:ahLst/>
            <a:cxnLst/>
            <a:rect r="r" b="b" t="t" l="l"/>
            <a:pathLst>
              <a:path h="1537798" w="8120651">
                <a:moveTo>
                  <a:pt x="0" y="0"/>
                </a:moveTo>
                <a:lnTo>
                  <a:pt x="8120650" y="0"/>
                </a:lnTo>
                <a:lnTo>
                  <a:pt x="8120650" y="1537798"/>
                </a:lnTo>
                <a:lnTo>
                  <a:pt x="0" y="1537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57150" cap="sq">
            <a:solidFill>
              <a:srgbClr val="FF2BAD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386427" y="5580859"/>
            <a:ext cx="6238619" cy="1580450"/>
          </a:xfrm>
          <a:custGeom>
            <a:avLst/>
            <a:gdLst/>
            <a:ahLst/>
            <a:cxnLst/>
            <a:rect r="r" b="b" t="t" l="l"/>
            <a:pathLst>
              <a:path h="1580450" w="6238619">
                <a:moveTo>
                  <a:pt x="0" y="0"/>
                </a:moveTo>
                <a:lnTo>
                  <a:pt x="6238619" y="0"/>
                </a:lnTo>
                <a:lnTo>
                  <a:pt x="6238619" y="1580450"/>
                </a:lnTo>
                <a:lnTo>
                  <a:pt x="0" y="158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57150" cap="sq">
            <a:solidFill>
              <a:srgbClr val="FF2BAD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332624" y="4249974"/>
            <a:ext cx="7899139" cy="1520584"/>
          </a:xfrm>
          <a:custGeom>
            <a:avLst/>
            <a:gdLst/>
            <a:ahLst/>
            <a:cxnLst/>
            <a:rect r="r" b="b" t="t" l="l"/>
            <a:pathLst>
              <a:path h="1520584" w="7899139">
                <a:moveTo>
                  <a:pt x="0" y="0"/>
                </a:moveTo>
                <a:lnTo>
                  <a:pt x="7899139" y="0"/>
                </a:lnTo>
                <a:lnTo>
                  <a:pt x="7899139" y="1520584"/>
                </a:lnTo>
                <a:lnTo>
                  <a:pt x="0" y="1520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47625" cap="sq">
            <a:solidFill>
              <a:srgbClr val="FF2BAD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722743"/>
            <a:ext cx="7449503" cy="21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480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MODELO</a:t>
            </a:r>
          </a:p>
          <a:p>
            <a:pPr algn="l">
              <a:lnSpc>
                <a:spcPts val="8400"/>
              </a:lnSpc>
            </a:pPr>
            <a:r>
              <a:rPr lang="en-US" b="true" sz="6000" spc="480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MATEMÁTICO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3019742"/>
            <a:ext cx="6331284" cy="538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Variáveis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l_w_t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Função Objetiva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l’s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Restrições (expressões)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 expressões</a:t>
            </a:r>
          </a:p>
          <a:p>
            <a:pPr algn="l" marL="2202178" indent="-550545" lvl="3">
              <a:lnSpc>
                <a:spcPts val="4759"/>
              </a:lnSpc>
              <a:buFont typeface="Arial"/>
              <a:buChar char="￭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Não todos (0 ou 1)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Releitura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22743"/>
            <a:ext cx="7449503" cy="103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480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DISCUSSÃO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3143" y="2557508"/>
            <a:ext cx="6961895" cy="538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Lemas (frequências)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Expressões 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simplificação ineficiente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vetor de string (talvez não tão bom)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Restrição de Ordem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livros ordenados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Função Objetiva com Peso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frequências?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88388" y="2471182"/>
            <a:ext cx="5654488" cy="377639"/>
            <a:chOff x="0" y="0"/>
            <a:chExt cx="1489248" cy="99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9248" cy="99461"/>
            </a:xfrm>
            <a:custGeom>
              <a:avLst/>
              <a:gdLst/>
              <a:ahLst/>
              <a:cxnLst/>
              <a:rect r="r" b="b" t="t" l="l"/>
              <a:pathLst>
                <a:path h="99461" w="1489248">
                  <a:moveTo>
                    <a:pt x="0" y="0"/>
                  </a:moveTo>
                  <a:lnTo>
                    <a:pt x="1489248" y="0"/>
                  </a:lnTo>
                  <a:lnTo>
                    <a:pt x="1489248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89248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33568" y="2471182"/>
            <a:ext cx="2463324" cy="377639"/>
            <a:chOff x="0" y="0"/>
            <a:chExt cx="648777" cy="994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8777" cy="99461"/>
            </a:xfrm>
            <a:custGeom>
              <a:avLst/>
              <a:gdLst/>
              <a:ahLst/>
              <a:cxnLst/>
              <a:rect r="r" b="b" t="t" l="l"/>
              <a:pathLst>
                <a:path h="99461" w="648777">
                  <a:moveTo>
                    <a:pt x="0" y="0"/>
                  </a:moveTo>
                  <a:lnTo>
                    <a:pt x="648777" y="0"/>
                  </a:lnTo>
                  <a:lnTo>
                    <a:pt x="648777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48777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88388" y="3091693"/>
            <a:ext cx="2463324" cy="377639"/>
            <a:chOff x="0" y="0"/>
            <a:chExt cx="648777" cy="994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8777" cy="99461"/>
            </a:xfrm>
            <a:custGeom>
              <a:avLst/>
              <a:gdLst/>
              <a:ahLst/>
              <a:cxnLst/>
              <a:rect r="r" b="b" t="t" l="l"/>
              <a:pathLst>
                <a:path h="99461" w="648777">
                  <a:moveTo>
                    <a:pt x="0" y="0"/>
                  </a:moveTo>
                  <a:lnTo>
                    <a:pt x="648777" y="0"/>
                  </a:lnTo>
                  <a:lnTo>
                    <a:pt x="648777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8777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11399" y="3091693"/>
            <a:ext cx="1493138" cy="377639"/>
            <a:chOff x="0" y="0"/>
            <a:chExt cx="393254" cy="994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3254" cy="99461"/>
            </a:xfrm>
            <a:custGeom>
              <a:avLst/>
              <a:gdLst/>
              <a:ahLst/>
              <a:cxnLst/>
              <a:rect r="r" b="b" t="t" l="l"/>
              <a:pathLst>
                <a:path h="99461" w="393254">
                  <a:moveTo>
                    <a:pt x="0" y="0"/>
                  </a:moveTo>
                  <a:lnTo>
                    <a:pt x="393254" y="0"/>
                  </a:lnTo>
                  <a:lnTo>
                    <a:pt x="393254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93254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83014" y="4850531"/>
            <a:ext cx="1493138" cy="377639"/>
            <a:chOff x="0" y="0"/>
            <a:chExt cx="393254" cy="994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3254" cy="99461"/>
            </a:xfrm>
            <a:custGeom>
              <a:avLst/>
              <a:gdLst/>
              <a:ahLst/>
              <a:cxnLst/>
              <a:rect r="r" b="b" t="t" l="l"/>
              <a:pathLst>
                <a:path h="99461" w="393254">
                  <a:moveTo>
                    <a:pt x="0" y="0"/>
                  </a:moveTo>
                  <a:lnTo>
                    <a:pt x="393254" y="0"/>
                  </a:lnTo>
                  <a:lnTo>
                    <a:pt x="393254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93254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61712" y="3091693"/>
            <a:ext cx="3835181" cy="377639"/>
            <a:chOff x="0" y="0"/>
            <a:chExt cx="1010089" cy="994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0089" cy="99461"/>
            </a:xfrm>
            <a:custGeom>
              <a:avLst/>
              <a:gdLst/>
              <a:ahLst/>
              <a:cxnLst/>
              <a:rect r="r" b="b" t="t" l="l"/>
              <a:pathLst>
                <a:path h="99461" w="1010089">
                  <a:moveTo>
                    <a:pt x="0" y="0"/>
                  </a:moveTo>
                  <a:lnTo>
                    <a:pt x="1010089" y="0"/>
                  </a:lnTo>
                  <a:lnTo>
                    <a:pt x="1010089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10089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763257" y="4845785"/>
            <a:ext cx="3049417" cy="377639"/>
            <a:chOff x="0" y="0"/>
            <a:chExt cx="803139" cy="9946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3139" cy="99461"/>
            </a:xfrm>
            <a:custGeom>
              <a:avLst/>
              <a:gdLst/>
              <a:ahLst/>
              <a:cxnLst/>
              <a:rect r="r" b="b" t="t" l="l"/>
              <a:pathLst>
                <a:path h="99461" w="803139">
                  <a:moveTo>
                    <a:pt x="0" y="0"/>
                  </a:moveTo>
                  <a:lnTo>
                    <a:pt x="803139" y="0"/>
                  </a:lnTo>
                  <a:lnTo>
                    <a:pt x="803139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03139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888388" y="4850531"/>
            <a:ext cx="808876" cy="377639"/>
            <a:chOff x="0" y="0"/>
            <a:chExt cx="213037" cy="994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3037" cy="99461"/>
            </a:xfrm>
            <a:custGeom>
              <a:avLst/>
              <a:gdLst/>
              <a:ahLst/>
              <a:cxnLst/>
              <a:rect r="r" b="b" t="t" l="l"/>
              <a:pathLst>
                <a:path h="99461" w="213037">
                  <a:moveTo>
                    <a:pt x="0" y="0"/>
                  </a:moveTo>
                  <a:lnTo>
                    <a:pt x="213037" y="0"/>
                  </a:lnTo>
                  <a:lnTo>
                    <a:pt x="213037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3037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88388" y="5564191"/>
            <a:ext cx="8308504" cy="377639"/>
            <a:chOff x="0" y="0"/>
            <a:chExt cx="2188248" cy="9946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88248" cy="99461"/>
            </a:xfrm>
            <a:custGeom>
              <a:avLst/>
              <a:gdLst/>
              <a:ahLst/>
              <a:cxnLst/>
              <a:rect r="r" b="b" t="t" l="l"/>
              <a:pathLst>
                <a:path h="99461" w="2188248">
                  <a:moveTo>
                    <a:pt x="0" y="0"/>
                  </a:moveTo>
                  <a:lnTo>
                    <a:pt x="2188248" y="0"/>
                  </a:lnTo>
                  <a:lnTo>
                    <a:pt x="2188248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188248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888388" y="6277851"/>
            <a:ext cx="8308504" cy="377639"/>
            <a:chOff x="0" y="0"/>
            <a:chExt cx="2188248" cy="9946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88248" cy="99461"/>
            </a:xfrm>
            <a:custGeom>
              <a:avLst/>
              <a:gdLst/>
              <a:ahLst/>
              <a:cxnLst/>
              <a:rect r="r" b="b" t="t" l="l"/>
              <a:pathLst>
                <a:path h="99461" w="2188248">
                  <a:moveTo>
                    <a:pt x="0" y="0"/>
                  </a:moveTo>
                  <a:lnTo>
                    <a:pt x="2188248" y="0"/>
                  </a:lnTo>
                  <a:lnTo>
                    <a:pt x="2188248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188248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888388" y="6991511"/>
            <a:ext cx="8308504" cy="377639"/>
            <a:chOff x="0" y="0"/>
            <a:chExt cx="2188248" cy="9946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88248" cy="99461"/>
            </a:xfrm>
            <a:custGeom>
              <a:avLst/>
              <a:gdLst/>
              <a:ahLst/>
              <a:cxnLst/>
              <a:rect r="r" b="b" t="t" l="l"/>
              <a:pathLst>
                <a:path h="99461" w="2188248">
                  <a:moveTo>
                    <a:pt x="0" y="0"/>
                  </a:moveTo>
                  <a:lnTo>
                    <a:pt x="2188248" y="0"/>
                  </a:lnTo>
                  <a:lnTo>
                    <a:pt x="2188248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88248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479896" y="7705171"/>
            <a:ext cx="4716997" cy="377639"/>
            <a:chOff x="0" y="0"/>
            <a:chExt cx="1242337" cy="9946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42337" cy="99461"/>
            </a:xfrm>
            <a:custGeom>
              <a:avLst/>
              <a:gdLst/>
              <a:ahLst/>
              <a:cxnLst/>
              <a:rect r="r" b="b" t="t" l="l"/>
              <a:pathLst>
                <a:path h="99461" w="1242337">
                  <a:moveTo>
                    <a:pt x="0" y="0"/>
                  </a:moveTo>
                  <a:lnTo>
                    <a:pt x="1242337" y="0"/>
                  </a:lnTo>
                  <a:lnTo>
                    <a:pt x="1242337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42337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888388" y="7702526"/>
            <a:ext cx="1588696" cy="377639"/>
            <a:chOff x="0" y="0"/>
            <a:chExt cx="418422" cy="9946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8422" cy="99461"/>
            </a:xfrm>
            <a:custGeom>
              <a:avLst/>
              <a:gdLst/>
              <a:ahLst/>
              <a:cxnLst/>
              <a:rect r="r" b="b" t="t" l="l"/>
              <a:pathLst>
                <a:path h="99461" w="418422">
                  <a:moveTo>
                    <a:pt x="0" y="0"/>
                  </a:moveTo>
                  <a:lnTo>
                    <a:pt x="418422" y="0"/>
                  </a:lnTo>
                  <a:lnTo>
                    <a:pt x="418422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18422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098424" y="4845785"/>
            <a:ext cx="2098468" cy="377639"/>
            <a:chOff x="0" y="0"/>
            <a:chExt cx="552683" cy="9946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2683" cy="99461"/>
            </a:xfrm>
            <a:custGeom>
              <a:avLst/>
              <a:gdLst/>
              <a:ahLst/>
              <a:cxnLst/>
              <a:rect r="r" b="b" t="t" l="l"/>
              <a:pathLst>
                <a:path h="99461" w="552683">
                  <a:moveTo>
                    <a:pt x="0" y="0"/>
                  </a:moveTo>
                  <a:lnTo>
                    <a:pt x="552683" y="0"/>
                  </a:lnTo>
                  <a:lnTo>
                    <a:pt x="552683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52683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29583" y="7712051"/>
            <a:ext cx="1493138" cy="377639"/>
            <a:chOff x="0" y="0"/>
            <a:chExt cx="393254" cy="9946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3254" cy="99461"/>
            </a:xfrm>
            <a:custGeom>
              <a:avLst/>
              <a:gdLst/>
              <a:ahLst/>
              <a:cxnLst/>
              <a:rect r="r" b="b" t="t" l="l"/>
              <a:pathLst>
                <a:path h="99461" w="393254">
                  <a:moveTo>
                    <a:pt x="0" y="0"/>
                  </a:moveTo>
                  <a:lnTo>
                    <a:pt x="393254" y="0"/>
                  </a:lnTo>
                  <a:lnTo>
                    <a:pt x="393254" y="99461"/>
                  </a:lnTo>
                  <a:lnTo>
                    <a:pt x="0" y="99461"/>
                  </a:lnTo>
                  <a:close/>
                </a:path>
              </a:pathLst>
            </a:custGeom>
            <a:solidFill>
              <a:srgbClr val="FF2BAD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93254" cy="137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17926" y="1133304"/>
            <a:ext cx="4310444" cy="8124996"/>
          </a:xfrm>
          <a:custGeom>
            <a:avLst/>
            <a:gdLst/>
            <a:ahLst/>
            <a:cxnLst/>
            <a:rect r="r" b="b" t="t" l="l"/>
            <a:pathLst>
              <a:path h="8124996" w="4310444">
                <a:moveTo>
                  <a:pt x="0" y="0"/>
                </a:moveTo>
                <a:lnTo>
                  <a:pt x="4310444" y="0"/>
                </a:lnTo>
                <a:lnTo>
                  <a:pt x="4310444" y="8124996"/>
                </a:lnTo>
                <a:lnTo>
                  <a:pt x="0" y="812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FF2BAD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18886" y="4310867"/>
            <a:ext cx="7259316" cy="4251175"/>
          </a:xfrm>
          <a:custGeom>
            <a:avLst/>
            <a:gdLst/>
            <a:ahLst/>
            <a:cxnLst/>
            <a:rect r="r" b="b" t="t" l="l"/>
            <a:pathLst>
              <a:path h="4251175" w="7259316">
                <a:moveTo>
                  <a:pt x="0" y="0"/>
                </a:moveTo>
                <a:lnTo>
                  <a:pt x="7259316" y="0"/>
                </a:lnTo>
                <a:lnTo>
                  <a:pt x="7259316" y="4251175"/>
                </a:lnTo>
                <a:lnTo>
                  <a:pt x="0" y="4251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FF2BAD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722743"/>
            <a:ext cx="7449503" cy="21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480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EXEMPLO REAL</a:t>
            </a:r>
          </a:p>
          <a:p>
            <a:pPr algn="l">
              <a:lnSpc>
                <a:spcPts val="8400"/>
              </a:lnSpc>
            </a:pPr>
            <a:r>
              <a:rPr lang="en-US" sz="6000" spc="480" b="true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(Pequeno Príncipe)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22743"/>
            <a:ext cx="7449503" cy="210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spc="480">
                <a:solidFill>
                  <a:srgbClr val="EEF5FF">
                    <a:alpha val="45882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EXEMPLO REAL</a:t>
            </a:r>
          </a:p>
          <a:p>
            <a:pPr algn="l">
              <a:lnSpc>
                <a:spcPts val="8400"/>
              </a:lnSpc>
            </a:pPr>
            <a:r>
              <a:rPr lang="en-US" sz="6000" spc="480" b="true">
                <a:solidFill>
                  <a:srgbClr val="EEF5FF">
                    <a:alpha val="45882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(Pequeno Príncipe)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586724" y="1028700"/>
            <a:ext cx="7225105" cy="8229600"/>
          </a:xfrm>
          <a:custGeom>
            <a:avLst/>
            <a:gdLst/>
            <a:ahLst/>
            <a:cxnLst/>
            <a:rect r="r" b="b" t="t" l="l"/>
            <a:pathLst>
              <a:path h="8229600" w="7225105">
                <a:moveTo>
                  <a:pt x="0" y="0"/>
                </a:moveTo>
                <a:lnTo>
                  <a:pt x="7225104" y="0"/>
                </a:lnTo>
                <a:lnTo>
                  <a:pt x="722510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47625" cap="sq">
            <a:solidFill>
              <a:srgbClr val="7ED957"/>
            </a:solidFill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19249" y="4453923"/>
            <a:ext cx="7449503" cy="123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b="true" sz="7199" spc="575">
                <a:solidFill>
                  <a:srgbClr val="EEF5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DAG6QNMjH8Q</dc:identifier>
  <dcterms:modified xsi:type="dcterms:W3CDTF">2011-08-01T06:04:30Z</dcterms:modified>
  <cp:revision>1</cp:revision>
  <dc:title>Aprendizado de Vocabulário</dc:title>
</cp:coreProperties>
</file>